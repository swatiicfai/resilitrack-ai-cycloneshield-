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ResiliTrack AI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Anticipatory Disaster Intelligence</a:t>
            </a:r>
          </a:p>
          <a:p>
            <a:r>
              <a:t>Track 5: Cyclone Impact &amp; Infrastructure Vulnerability Forecaster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Problem (The Blind Spot)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Broad Warnings Fail Local Needs: Weather cones don't indicate specific hyper-local impacts.</a:t>
            </a:r>
          </a:p>
          <a:p>
            <a:r>
              <a:t>• Cascading Infrastructure Failure: Disaster commanders struggle to identify cut-off emergency shelters before flooding.</a:t>
            </a:r>
          </a:p>
          <a:p>
            <a:r>
              <a:t>• Communication Bottleneck: Emergency officers receive raw satellite data without AI synthesis.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Solution - ResiliTrack AI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What it is: AI-powered predictive risk platform.</a:t>
            </a:r>
          </a:p>
          <a:p>
            <a:r>
              <a:t>• Simulate: Hydro-Elevation mapping using Google Earth Engine.</a:t>
            </a:r>
          </a:p>
          <a:p>
            <a:r>
              <a:t>• Analyze: Critical Infrastructure Exposure Graph.</a:t>
            </a:r>
          </a:p>
          <a:p>
            <a:r>
              <a:t>• Act: Gemini Multimodal Operations Intelligence.</a:t>
            </a:r>
          </a:p>
          <a:p>
            <a:r>
              <a:t>• Fund: Pre-Landfall Parametric Insurance Triggers.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Gemini Advantage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The Brain: We use Gemini 1.5 Flash as a Virtual Disaster Commander.</a:t>
            </a:r>
          </a:p>
          <a:p>
            <a:r>
              <a:t>• Targeted Actions: Outputs tactical commands instantly.</a:t>
            </a:r>
          </a:p>
          <a:p>
            <a:r>
              <a:t>• Inclusive Alerts: Multi-lingual citizen alerts in Bengali, Odia, Hindi, English.</a:t>
            </a:r>
          </a:p>
          <a:p>
            <a:r>
              <a:t>• Edge-Case Handling: System scales response proportionally to actual threat telemetry.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Community Impact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Saves Lives: Hyper-localized evacuation instead of generic panic.</a:t>
            </a:r>
          </a:p>
          <a:p>
            <a:r>
              <a:t>• Protects the Vulnerable: Ensures hospitals are not cut off unexpectedly.</a:t>
            </a:r>
          </a:p>
          <a:p>
            <a:r>
              <a:t>• Inclusive Communication: Overcomes language barriers instantly.</a:t>
            </a:r>
          </a:p>
          <a:p>
            <a:r>
              <a:t>• Financial Resilience: Parametric insurance triggers immediate payouts before disaster hits.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